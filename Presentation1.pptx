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C6E0-4C48-D2A8-075A-8988B0BD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1926A-151E-0348-5656-7C19A6241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38D2-A5D9-D4CE-0B87-FE841487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9927B-2620-3CAD-D857-52C34732E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DDD85-A94D-FD84-B4CF-1B4893D3E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4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00AD-54CD-7A81-663C-E30C36B3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4E0F0-888B-92E2-0B67-6502EF6EE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5C750-8B0A-7263-3E5E-F8DA414E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ABB83-153A-6A2F-A319-5AA248DD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81C1A-7DD2-8562-A1D6-3F324028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54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892E-24DB-235F-1A9E-5BDA7CAA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C9412-D1D8-E643-5CC8-7238A5B42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ACD60-A9DC-7FFA-7AFD-E841BD8FF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2EB5A-0321-F069-9668-2E917940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04CDD-887F-339F-A2E3-8FCE72B8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51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20B1-5BDF-CCCD-94C6-2BF97998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B10B8-C813-E189-8149-46109FD03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EDCDA-F562-69BF-E09A-37C68C559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C7123-EF63-36CF-C8AA-89E276D7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98F84-525C-D4C9-8392-18BC04684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941C3-95D0-9C92-055E-BEC38FD9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2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B5E0-378E-27BF-2F7F-385726691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69D61-232A-FBEC-80BD-ADC05A769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8610B-BF8B-4536-FB01-C29AF96C1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7A82C-7226-3CA4-7AF1-7978F6538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165DB-D2F6-CBAA-E966-AE74AB1A4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4565A-EABD-F92D-F5E1-959E15925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EEC94-9B6B-6ABC-8EC3-B4E129F5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C1B3F6-AB55-6077-1738-5EB68B3D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5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B92C-80E2-A01E-A183-3498445F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086CD-EAFF-88D8-7881-CAE98573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CAA05-2864-B8B0-FD8D-74B317AE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E9C6FC-434E-2447-131C-70AB4565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74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DAA7C-674E-12F3-1486-5D3EEF8F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E6617-7908-21A2-8617-9379B0C9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EB723-C17A-AF13-ED60-FDA11964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1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1820-0E5F-D1F1-42CA-AC5A453A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7E6DA-7385-A0C2-9B8D-B664C4F49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22C15-1B3C-74B4-B42C-F7DAFC9F9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B4007-8605-D6A8-C477-F6EDF1C2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C2986-6FCB-F4BC-0D63-86BE326E9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E0F5B-F593-D528-1335-EB9CD1AB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5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EEB3-DFF6-4E64-B282-C56F44B8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D82AC-F8A4-EE90-6B36-E914A753B8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96BB2-D1A9-1260-A016-0BB59C965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72060-137B-52E4-D137-85D18665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4510-FF31-4C47-4D56-42224C89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6B05D-3C69-572A-BD71-1D4CE440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7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9469-0389-0F62-899E-9B79D15A5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13461-7C23-9E6D-1CC2-A04D936C4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B693A-5A12-71E0-F7E3-F67B44CE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A9547-4B41-A77D-26B9-6233A9C9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CB90-C3FC-3AF4-4B00-BF874347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25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F0BA8-FD1C-40C7-F23B-4670E735A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8C5A3-3C90-E8D3-6504-8417D450D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D49F5-623E-E373-E7F6-F2588BD7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9BAAA-082A-0F14-A867-D33F4A9A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279FE-2FEF-5FBB-A579-60BA011D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32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197FF-17AC-B708-9FA5-51AB70FE2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4F466-46E3-ADFA-FCF7-06107A137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D999-6CA4-62BF-62E3-C0E09A973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29C4E-D9EE-4116-8FA2-6B916613CD55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69DF8-1AA4-3292-D58D-68A4A83E2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B8612-879A-01DA-EF99-4374211A6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28A58-C4AA-4E53-ADAF-53A7D0C6D4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521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AE54-03E1-62E2-CDFC-E298CF95D8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92C3D-70EE-AA47-7F1F-C61FCD9B7A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6097B-3192-B166-C739-806C1803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097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0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C080D-D2EC-9F9B-1624-9774207E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9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420BD-CE87-9906-3073-B4A170CCB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545"/>
            <a:ext cx="12192000" cy="689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5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3F2B3-4194-B5B8-9CFB-9D2D3E81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99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93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91FA6A-5136-42F3-AB6B-73018DA4E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12" y="0"/>
            <a:ext cx="12255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7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FF0944-D180-7B7F-A12F-ECB944960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233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1B87A2-8D7A-5379-F566-38F18546D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14" y="0"/>
            <a:ext cx="12219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75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300E7-08B3-EF8C-ADFD-69E5D54F3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3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6A3CA-FF23-8AE5-914A-C3193695B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26" y="0"/>
            <a:ext cx="12197225" cy="68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21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naitik kumar</dc:creator>
  <cp:lastModifiedBy>naitik kumar</cp:lastModifiedBy>
  <cp:revision>1</cp:revision>
  <dcterms:created xsi:type="dcterms:W3CDTF">2026-10-20T10:26:23Z</dcterms:created>
  <dcterms:modified xsi:type="dcterms:W3CDTF">2026-10-20T10:26:35Z</dcterms:modified>
</cp:coreProperties>
</file>